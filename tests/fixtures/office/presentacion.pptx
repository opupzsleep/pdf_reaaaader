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 de lanzamiento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Producto nuevo · Otoño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Aumentar las ventas un 20 %</a:t>
            </a:r>
          </a:p>
          <a:p>
            <a:pPr/>
            <a:r>
              <a:t>Reforzar la marca</a:t>
            </a:r>
          </a:p>
          <a:p>
            <a:pPr lvl="1"/>
            <a:r>
              <a:t>Campaña en redes sociales</a:t>
            </a:r>
          </a:p>
          <a:p>
            <a:pPr/>
            <a:r>
              <a:t>Nuevos mercados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Formas y colores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828800" cy="1371600"/>
          </a:xfrm>
          <a:prstGeom prst="rect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Forma 1</a:t>
            </a:r>
          </a:p>
        </p:txBody>
      </p:sp>
      <p:sp>
        <p:nvSpPr>
          <p:cNvPr id="4" name="Oval 3"/>
          <p:cNvSpPr/>
          <p:nvPr/>
        </p:nvSpPr>
        <p:spPr>
          <a:xfrm>
            <a:off x="2926080" y="2011680"/>
            <a:ext cx="1828800" cy="1371600"/>
          </a:xfrm>
          <a:prstGeom prst="ellipse">
            <a:avLst/>
          </a:prstGeom>
          <a:solidFill>
            <a:srgbClr val="2E75B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Forma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0" y="2011680"/>
            <a:ext cx="1828800" cy="1371600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Forma 3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315199" y="2011680"/>
            <a:ext cx="1828800" cy="1371600"/>
          </a:xfrm>
          <a:prstGeom prst="rightArrow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Forma 4</a:t>
            </a:r>
          </a:p>
        </p:txBody>
      </p:sp>
      <p:sp>
        <p:nvSpPr>
          <p:cNvPr id="7" name="Isosceles Triangle 6"/>
          <p:cNvSpPr/>
          <p:nvPr/>
        </p:nvSpPr>
        <p:spPr>
          <a:xfrm>
            <a:off x="9509760" y="2011680"/>
            <a:ext cx="1828800" cy="1371600"/>
          </a:xfrm>
          <a:prstGeom prst="triangle">
            <a:avLst/>
          </a:prstGeom>
          <a:solidFill>
            <a:srgbClr val="7030A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Forma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/>
              <a:t>Texto en negrita, </a:t>
            </a:r>
            <a:r>
              <a:rPr i="1" sz="2400">
                <a:solidFill>
                  <a:srgbClr val="C00000"/>
                </a:solidFill>
              </a:rPr>
              <a:t>cursiva roja</a:t>
            </a:r>
          </a:p>
          <a:p>
            <a:pPr algn="ctr"/>
            <a:r>
              <a:rPr sz="1400"/>
              <a:t>Centrado y pequeño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Imagen y tabla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114800" cy="231457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0" y="1645920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609600">
                <a:tc>
                  <a:txBody>
                    <a:bodyPr/>
                    <a:lstStyle/>
                    <a:p>
                      <a:r>
                        <a:t>Región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Ventas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Cuota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Norte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35 %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Sur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27 %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274320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/>
              <a:t>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